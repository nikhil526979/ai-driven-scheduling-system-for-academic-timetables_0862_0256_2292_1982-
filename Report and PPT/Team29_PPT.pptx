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7" r:id="rId6"/>
    <p:sldId id="269" r:id="rId7"/>
    <p:sldId id="270" r:id="rId8"/>
    <p:sldId id="271" r:id="rId9"/>
    <p:sldId id="273" r:id="rId10"/>
    <p:sldId id="274" r:id="rId11"/>
    <p:sldId id="275" r:id="rId12"/>
    <p:sldId id="268" r:id="rId13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714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83126" y="840631"/>
            <a:ext cx="8915401" cy="5632905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sz="4800" dirty="0"/>
              <a:t>AI-Driven Scheduling System</a:t>
            </a: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Sonakshi – 2210990862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Dev – 2210990256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Shashwat-2210992292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Nikhil Singla - 2210991982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sz="2000" dirty="0"/>
              <a:t>Dr. Shyam Goyal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0" y="1365774"/>
            <a:ext cx="914400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139700" lvl="0">
              <a:buClr>
                <a:srgbClr val="000000"/>
              </a:buClr>
              <a:buSzPts val="1400"/>
            </a:pPr>
            <a:endParaRPr lang="en-US" sz="3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E324D95-31F1-90E9-918C-C1A8BB5664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773" y="602812"/>
            <a:ext cx="6019560" cy="56015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AI-based system 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 timetable generation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Eliminates issues of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scheduling (errors &amp; delays)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Handles constraints like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faculty, subjects, and classrooms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conflict-free and optimized schedules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CSP + Genetic Algorithm (GA)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optimization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interface with real-time updates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efficiency, accuracy, and resource utilization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30D789-1F68-BF6F-C65E-95545EDAB0F4}"/>
              </a:ext>
            </a:extLst>
          </p:cNvPr>
          <p:cNvSpPr txBox="1"/>
          <p:nvPr/>
        </p:nvSpPr>
        <p:spPr>
          <a:xfrm>
            <a:off x="2438400" y="243840"/>
            <a:ext cx="44866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C4686F1-855F-3B8A-79D9-DEEE18CB7F08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47484" y="981848"/>
            <a:ext cx="8721212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Frequent faculty and classroom clashes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Leads to overlapping schedules, confusion, and disruption in academic activities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Uneven workload distribution among faculty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Some faculty are overburdened while others have fewer classes, causing inefficiency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scheduling is time-consuming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Requires repeated adjustments and consumes significant administrative effort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manage multiple constraints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Handling subjects, rooms, timings, and availability simultaneously is complex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Lack of scalability in existing systems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methods fail when dealing with large institutions or multiple departments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flexibility for changes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Small modifications require rescheduling the entire timetable </a:t>
            </a:r>
          </a:p>
        </p:txBody>
      </p:sp>
    </p:spTree>
    <p:extLst>
      <p:ext uri="{BB962C8B-B14F-4D97-AF65-F5344CB8AC3E}">
        <p14:creationId xmlns:p14="http://schemas.microsoft.com/office/powerpoint/2010/main" val="3580179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094F6-F58A-A4EC-CC3C-F28DFC199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dirty="0"/>
              <a:t>Objective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003830B-CA96-CFFE-82A1-0A533351E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653" y="1720840"/>
            <a:ext cx="9017072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timetable generation process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manual effort by automatically creating schedules using intelligent algorithms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conflict-free scheduling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 overlapping of faculty, classrooms, and time slots for smooth operations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resource utilization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Efficiently allocate classrooms, faculty, and time to maximize productivity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faculty preferences and constraints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preferred time slots, availability, and workload balance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efficiency and accuracy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Minimize human errors and generate reliable timetables quickly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scalable and flexible system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Easily adapt to changes in requirements and handle large datasets </a:t>
            </a:r>
          </a:p>
        </p:txBody>
      </p:sp>
    </p:spTree>
    <p:extLst>
      <p:ext uri="{BB962C8B-B14F-4D97-AF65-F5344CB8AC3E}">
        <p14:creationId xmlns:p14="http://schemas.microsoft.com/office/powerpoint/2010/main" val="3199583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AFC8D-1EF1-EA26-0781-851F7DD78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/>
              <a:t>Key features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71446A-6682-C7D0-4A03-ABB11501408C}"/>
              </a:ext>
            </a:extLst>
          </p:cNvPr>
          <p:cNvSpPr txBox="1"/>
          <p:nvPr/>
        </p:nvSpPr>
        <p:spPr>
          <a:xfrm>
            <a:off x="422787" y="1042219"/>
            <a:ext cx="846557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scheduling system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complete timetables instantly without manual intervention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Conflict-free timetable generation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no clashes between faculty, classrooms, or time slots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preference handling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Considers preferred timings, availability, and teaching constraints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Workload balancing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Distributes subjects evenly among faculty to avoid overburdening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interface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and intuitive design for easy data input and timetable viewing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 control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system with different access levels for administrators and users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6305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E384D-5F35-826F-C096-EC146B4C3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4F968-89B0-F2DA-0D38-CA9EAFCCE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/>
              <a:t>Methodology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6BAF1BD-0830-03C0-394C-25535C7A6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048" y="1113698"/>
            <a:ext cx="8122736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Agile development model with iterative cycles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Follows a flexible approach with continuous updates and improvements at each stage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Requirement gathering from stakeholders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Collects inputs like faculty availability, subjects, classrooms, and constraints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 of system architecture and UI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Plans system structure and creates a simple, user-friendly interface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Development using Python and AI techniques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Implements backend logic using CSP and Genetic Algorithm for scheduling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database and frontend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Ensures smooth communication between UI, backend, and data storage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Continuous testing and improvements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Regular testing to ensure accuracy, performance, and conflict-free results </a:t>
            </a:r>
          </a:p>
        </p:txBody>
      </p:sp>
    </p:spTree>
    <p:extLst>
      <p:ext uri="{BB962C8B-B14F-4D97-AF65-F5344CB8AC3E}">
        <p14:creationId xmlns:p14="http://schemas.microsoft.com/office/powerpoint/2010/main" val="127252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40F6B-F555-0ED5-21F8-0F60599F4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/>
              <a:t>Future Scope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3680E3D-B78C-8A46-CA91-DC74A9E9BC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652" y="1112850"/>
            <a:ext cx="8357419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Multi-department and multi-campus support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Extend the system to manage schedules across multiple departments and institutions centrally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for predictive scheduling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historical data to predict optimal schedules and improve decision-making over time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notifications and updates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Notify faculty and students instantly about timetable changes via app or email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 deployment for scalability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Host the system on cloud platforms for better performance, accessibility, and storage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ERP integration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 with institutional systems for attendance, exams, and student records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Enhanced security and data management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 advanced authentication and data protection mechanisms </a:t>
            </a:r>
          </a:p>
        </p:txBody>
      </p:sp>
    </p:spTree>
    <p:extLst>
      <p:ext uri="{BB962C8B-B14F-4D97-AF65-F5344CB8AC3E}">
        <p14:creationId xmlns:p14="http://schemas.microsoft.com/office/powerpoint/2010/main" val="1659800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537F8-19F5-2F79-125C-B36DD4FAB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/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A094F8-5834-6E18-66B2-5456706AADD0}"/>
              </a:ext>
            </a:extLst>
          </p:cNvPr>
          <p:cNvSpPr txBox="1"/>
          <p:nvPr/>
        </p:nvSpPr>
        <p:spPr>
          <a:xfrm>
            <a:off x="265471" y="1355095"/>
            <a:ext cx="861305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significantly improves scheduling efficiency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faster and smarter timetable generation compared to manual methods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effort and human errors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Automates complex scheduling tasks, minimizing mistakes and rework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fairness in workload distribution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Balances teaching load among faculty for better productivity and satisfaction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conflict-free and optimized timetables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Effectively handles multiple constraints with high accuracy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solution for modern institutions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handle large datasets and adapt to growing academic requirements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and reliable system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real-world implementation in schools and universities </a:t>
            </a:r>
          </a:p>
        </p:txBody>
      </p:sp>
    </p:spTree>
    <p:extLst>
      <p:ext uri="{BB962C8B-B14F-4D97-AF65-F5344CB8AC3E}">
        <p14:creationId xmlns:p14="http://schemas.microsoft.com/office/powerpoint/2010/main" val="3620718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9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34755</TotalTime>
  <Words>691</Words>
  <Application>Microsoft Office PowerPoint</Application>
  <PresentationFormat>On-screen Show (4:3)</PresentationFormat>
  <Paragraphs>86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Objective</vt:lpstr>
      <vt:lpstr>Key features</vt:lpstr>
      <vt:lpstr>Methodology</vt:lpstr>
      <vt:lpstr>Future Scope</vt:lpstr>
      <vt:lpstr>Conclusion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PRANAV MEHROTRA</cp:lastModifiedBy>
  <cp:revision>2302</cp:revision>
  <dcterms:created xsi:type="dcterms:W3CDTF">2010-04-09T07:36:15Z</dcterms:created>
  <dcterms:modified xsi:type="dcterms:W3CDTF">2026-05-07T13:29:21Z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